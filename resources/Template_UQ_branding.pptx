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9"/>
  </p:notesMasterIdLst>
  <p:handoutMasterIdLst>
    <p:handoutMasterId r:id="rId10"/>
  </p:handoutMasterIdLst>
  <p:sldIdLst>
    <p:sldId id="645" r:id="rId5"/>
    <p:sldId id="632" r:id="rId6"/>
    <p:sldId id="7903" r:id="rId7"/>
    <p:sldId id="790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7BEEE3-B528-EE4B-9561-C5E6EE8EDA31}">
          <p14:sldIdLst>
            <p14:sldId id="645"/>
            <p14:sldId id="632"/>
            <p14:sldId id="7903"/>
            <p14:sldId id="79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94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stin Scott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954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0E75B2-3F28-F9D1-98D3-3BCE0F0BA310}" v="2" dt="2025-08-07T23:14:31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319"/>
        <p:guide pos="945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 Bernard" userId="d1e3ee39-3c51-488e-a63c-29151c29f2fa" providerId="ADAL" clId="{3E3C9D4B-C742-3345-AA87-61CEA737F4E8}"/>
    <pc:docChg chg="delSld modSld modSection">
      <pc:chgData name="Anne Bernard" userId="d1e3ee39-3c51-488e-a63c-29151c29f2fa" providerId="ADAL" clId="{3E3C9D4B-C742-3345-AA87-61CEA737F4E8}" dt="2025-05-21T01:19:09.642" v="33" actId="20577"/>
      <pc:docMkLst>
        <pc:docMk/>
      </pc:docMkLst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744803289" sldId="25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580074159" sldId="26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326573704" sldId="26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436703822" sldId="26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450460141" sldId="26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193944690" sldId="26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589597707" sldId="26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445557353" sldId="26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666601474" sldId="26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117619522" sldId="26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667472606" sldId="28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880083009" sldId="28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634204833" sldId="28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86973752" sldId="28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56761793" sldId="28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054089853" sldId="28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714337285" sldId="28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467551136" sldId="29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929836023" sldId="29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981181733" sldId="29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743167898" sldId="29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961936241" sldId="29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968643085" sldId="29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23278050" sldId="30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010787153" sldId="30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345397452" sldId="30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246601174" sldId="30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692074455" sldId="39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833883750" sldId="39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878798752" sldId="39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107726744" sldId="40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273932518" sldId="40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053030954" sldId="40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738551768" sldId="40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674717243" sldId="40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26615346" sldId="40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210327744" sldId="41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193824776" sldId="41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031295162" sldId="41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899197848" sldId="41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051557576" sldId="41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737420334" sldId="41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815112169" sldId="41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767374200" sldId="41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894233881" sldId="42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615080316" sldId="42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176811630" sldId="42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849562088" sldId="42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396747838" sldId="42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718211801" sldId="42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849528820" sldId="42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577223404" sldId="42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082093588" sldId="42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775409955" sldId="43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241194472" sldId="43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627518696" sldId="43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046313823" sldId="43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298865384" sldId="43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219944912" sldId="43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535275523" sldId="43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064373586" sldId="43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717588319" sldId="43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66416296" sldId="43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058949819" sldId="44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697305640" sldId="44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915204940" sldId="44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567518546" sldId="44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967008371" sldId="44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366369037" sldId="44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4760282" sldId="44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243886367" sldId="44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754573794" sldId="44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672360386" sldId="44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440994476" sldId="45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677089406" sldId="45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094613215" sldId="45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914644155" sldId="45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621469478" sldId="45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784155243" sldId="45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608310114" sldId="45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52320443" sldId="45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205594927" sldId="45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971355715" sldId="45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411360303" sldId="46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885604063" sldId="46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819502201" sldId="46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19238825" sldId="46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620371175" sldId="46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242310744" sldId="46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687000485" sldId="46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839104353" sldId="46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211348869" sldId="47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71706625" sldId="47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808389602" sldId="47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679269893" sldId="47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51581032" sldId="47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708508014" sldId="47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28185203" sldId="47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800662040" sldId="47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177994799" sldId="47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712274418" sldId="48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219938234" sldId="48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119164502" sldId="60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161315552" sldId="61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511189984" sldId="61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058118721" sldId="61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990638448" sldId="62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217661652" sldId="62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118612683" sldId="62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086780167" sldId="63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061136161" sldId="63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004445443" sldId="638"/>
        </pc:sldMkLst>
      </pc:sldChg>
      <pc:sldChg chg="modSp mod">
        <pc:chgData name="Anne Bernard" userId="d1e3ee39-3c51-488e-a63c-29151c29f2fa" providerId="ADAL" clId="{3E3C9D4B-C742-3345-AA87-61CEA737F4E8}" dt="2025-05-21T01:19:09.642" v="33" actId="20577"/>
        <pc:sldMkLst>
          <pc:docMk/>
          <pc:sldMk cId="3943437542" sldId="64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618375580" sldId="64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861832064" sldId="64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586318320" sldId="65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761949015" sldId="65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34123737" sldId="65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045385504" sldId="65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173969684" sldId="65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314430759" sldId="66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603008282" sldId="66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467610192" sldId="66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609495247" sldId="66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963113275" sldId="66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757292329" sldId="66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901031200" sldId="66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810439546" sldId="66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729686944" sldId="66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163227170" sldId="66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656971936" sldId="67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128954047" sldId="67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840518863" sldId="67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94596248" sldId="67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165086272" sldId="67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954257030" sldId="67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20034616" sldId="67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089301923" sldId="67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882857152" sldId="67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829405972" sldId="68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509059003" sldId="68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526100415" sldId="68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705449326" sldId="683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690978297" sldId="68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868992579" sldId="68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779508180" sldId="68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576458450" sldId="68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1469947419" sldId="688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586983254" sldId="689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814961446" sldId="690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059318021" sldId="691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934291910" sldId="692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57744263" sldId="694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4244504085" sldId="695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843769648" sldId="696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3584930188" sldId="697"/>
        </pc:sldMkLst>
      </pc:sldChg>
      <pc:sldChg chg="del">
        <pc:chgData name="Anne Bernard" userId="d1e3ee39-3c51-488e-a63c-29151c29f2fa" providerId="ADAL" clId="{3E3C9D4B-C742-3345-AA87-61CEA737F4E8}" dt="2025-05-21T01:18:49.848" v="0" actId="2696"/>
        <pc:sldMkLst>
          <pc:docMk/>
          <pc:sldMk cId="2050118560" sldId="698"/>
        </pc:sldMkLst>
      </pc:sldChg>
    </pc:docChg>
  </pc:docChgLst>
  <pc:docChgLst>
    <pc:chgData name="Dom Gorse" userId="S::uqdgorse@uq.edu.au::def76dab-e64b-46cc-b5a6-90d1404de35d" providerId="AD" clId="Web-{FBD7E2C5-3C24-6BE7-18FC-27E9E827AF39}"/>
    <pc:docChg chg="mod addSld modSld modMainMaster modSection setSldSz">
      <pc:chgData name="Dom Gorse" userId="S::uqdgorse@uq.edu.au::def76dab-e64b-46cc-b5a6-90d1404de35d" providerId="AD" clId="Web-{FBD7E2C5-3C24-6BE7-18FC-27E9E827AF39}" dt="2025-05-21T05:24:55.431" v="12" actId="14100"/>
      <pc:docMkLst>
        <pc:docMk/>
      </pc:docMkLst>
      <pc:sldChg chg="modSp">
        <pc:chgData name="Dom Gorse" userId="S::uqdgorse@uq.edu.au::def76dab-e64b-46cc-b5a6-90d1404de35d" providerId="AD" clId="Web-{FBD7E2C5-3C24-6BE7-18FC-27E9E827AF39}" dt="2025-05-21T05:21:14.018" v="0"/>
        <pc:sldMkLst>
          <pc:docMk/>
          <pc:sldMk cId="3670593135" sldId="632"/>
        </pc:sldMkLst>
      </pc:sldChg>
      <pc:sldChg chg="modSp">
        <pc:chgData name="Dom Gorse" userId="S::uqdgorse@uq.edu.au::def76dab-e64b-46cc-b5a6-90d1404de35d" providerId="AD" clId="Web-{FBD7E2C5-3C24-6BE7-18FC-27E9E827AF39}" dt="2025-05-21T05:23:38.616" v="7" actId="14100"/>
        <pc:sldMkLst>
          <pc:docMk/>
          <pc:sldMk cId="3943437542" sldId="645"/>
        </pc:sldMkLst>
      </pc:sldChg>
      <pc:sldChg chg="modSp add">
        <pc:chgData name="Dom Gorse" userId="S::uqdgorse@uq.edu.au::def76dab-e64b-46cc-b5a6-90d1404de35d" providerId="AD" clId="Web-{FBD7E2C5-3C24-6BE7-18FC-27E9E827AF39}" dt="2025-05-21T05:24:55.431" v="12" actId="14100"/>
        <pc:sldMkLst>
          <pc:docMk/>
          <pc:sldMk cId="2474723295" sldId="7902"/>
        </pc:sldMkLst>
      </pc:sldChg>
      <pc:sldMasterChg chg="modSp addSldLayout modSldLayout">
        <pc:chgData name="Dom Gorse" userId="S::uqdgorse@uq.edu.au::def76dab-e64b-46cc-b5a6-90d1404de35d" providerId="AD" clId="Web-{FBD7E2C5-3C24-6BE7-18FC-27E9E827AF39}" dt="2025-05-21T05:24:36.118" v="8"/>
        <pc:sldMasterMkLst>
          <pc:docMk/>
          <pc:sldMasterMk cId="3339019236" sldId="2147483668"/>
        </pc:sldMasterMkLst>
        <pc:sldLayoutChg chg="modSp">
          <pc:chgData name="Dom Gorse" userId="S::uqdgorse@uq.edu.au::def76dab-e64b-46cc-b5a6-90d1404de35d" providerId="AD" clId="Web-{FBD7E2C5-3C24-6BE7-18FC-27E9E827AF39}" dt="2025-05-21T05:21:14.018" v="0"/>
          <pc:sldLayoutMkLst>
            <pc:docMk/>
            <pc:sldMasterMk cId="3339019236" sldId="2147483668"/>
            <pc:sldLayoutMk cId="4224062041" sldId="2147483670"/>
          </pc:sldLayoutMkLst>
        </pc:sldLayoutChg>
        <pc:sldLayoutChg chg="modSp">
          <pc:chgData name="Dom Gorse" userId="S::uqdgorse@uq.edu.au::def76dab-e64b-46cc-b5a6-90d1404de35d" providerId="AD" clId="Web-{FBD7E2C5-3C24-6BE7-18FC-27E9E827AF39}" dt="2025-05-21T05:21:14.018" v="0"/>
          <pc:sldLayoutMkLst>
            <pc:docMk/>
            <pc:sldMasterMk cId="3339019236" sldId="2147483668"/>
            <pc:sldLayoutMk cId="100537050" sldId="2147483706"/>
          </pc:sldLayoutMkLst>
        </pc:sldLayoutChg>
        <pc:sldLayoutChg chg="modSp">
          <pc:chgData name="Dom Gorse" userId="S::uqdgorse@uq.edu.au::def76dab-e64b-46cc-b5a6-90d1404de35d" providerId="AD" clId="Web-{FBD7E2C5-3C24-6BE7-18FC-27E9E827AF39}" dt="2025-05-21T05:21:14.018" v="0"/>
          <pc:sldLayoutMkLst>
            <pc:docMk/>
            <pc:sldMasterMk cId="3339019236" sldId="2147483668"/>
            <pc:sldLayoutMk cId="3719825595" sldId="2147483708"/>
          </pc:sldLayoutMkLst>
        </pc:sldLayoutChg>
        <pc:sldLayoutChg chg="add">
          <pc:chgData name="Dom Gorse" userId="S::uqdgorse@uq.edu.au::def76dab-e64b-46cc-b5a6-90d1404de35d" providerId="AD" clId="Web-{FBD7E2C5-3C24-6BE7-18FC-27E9E827AF39}" dt="2025-05-21T05:24:36.118" v="8"/>
          <pc:sldLayoutMkLst>
            <pc:docMk/>
            <pc:sldMasterMk cId="3339019236" sldId="2147483668"/>
            <pc:sldLayoutMk cId="4182153152" sldId="2147483709"/>
          </pc:sldLayoutMkLst>
        </pc:sldLayoutChg>
      </pc:sldMasterChg>
    </pc:docChg>
  </pc:docChgLst>
  <pc:docChgLst>
    <pc:chgData name="Anne Bernard" userId="d1e3ee39-3c51-488e-a63c-29151c29f2fa" providerId="ADAL" clId="{E8A10F2E-79AB-814C-BCE0-5259D1CD1822}"/>
    <pc:docChg chg="custSel modSld modMainMaster">
      <pc:chgData name="Anne Bernard" userId="d1e3ee39-3c51-488e-a63c-29151c29f2fa" providerId="ADAL" clId="{E8A10F2E-79AB-814C-BCE0-5259D1CD1822}" dt="2025-05-21T05:25:52.483" v="77" actId="1076"/>
      <pc:docMkLst>
        <pc:docMk/>
      </pc:docMkLst>
      <pc:sldChg chg="modSp mod">
        <pc:chgData name="Anne Bernard" userId="d1e3ee39-3c51-488e-a63c-29151c29f2fa" providerId="ADAL" clId="{E8A10F2E-79AB-814C-BCE0-5259D1CD1822}" dt="2025-05-21T05:25:15.663" v="76" actId="1076"/>
        <pc:sldMkLst>
          <pc:docMk/>
          <pc:sldMk cId="3670593135" sldId="632"/>
        </pc:sldMkLst>
      </pc:sldChg>
      <pc:sldChg chg="addSp delSp modSp mod">
        <pc:chgData name="Anne Bernard" userId="d1e3ee39-3c51-488e-a63c-29151c29f2fa" providerId="ADAL" clId="{E8A10F2E-79AB-814C-BCE0-5259D1CD1822}" dt="2025-05-21T05:25:52.483" v="77" actId="1076"/>
        <pc:sldMkLst>
          <pc:docMk/>
          <pc:sldMk cId="3943437542" sldId="645"/>
        </pc:sldMkLst>
      </pc:sldChg>
      <pc:sldMasterChg chg="modSldLayout">
        <pc:chgData name="Anne Bernard" userId="d1e3ee39-3c51-488e-a63c-29151c29f2fa" providerId="ADAL" clId="{E8A10F2E-79AB-814C-BCE0-5259D1CD1822}" dt="2025-05-21T05:22:47.641" v="14" actId="1076"/>
        <pc:sldMasterMkLst>
          <pc:docMk/>
          <pc:sldMasterMk cId="3339019236" sldId="2147483668"/>
        </pc:sldMasterMkLst>
        <pc:sldLayoutChg chg="addSp delSp modSp mod">
          <pc:chgData name="Anne Bernard" userId="d1e3ee39-3c51-488e-a63c-29151c29f2fa" providerId="ADAL" clId="{E8A10F2E-79AB-814C-BCE0-5259D1CD1822}" dt="2025-05-21T05:22:45.973" v="13"/>
          <pc:sldLayoutMkLst>
            <pc:docMk/>
            <pc:sldMasterMk cId="3339019236" sldId="2147483668"/>
            <pc:sldLayoutMk cId="100537050" sldId="2147483706"/>
          </pc:sldLayoutMkLst>
        </pc:sldLayoutChg>
        <pc:sldLayoutChg chg="modSp mod">
          <pc:chgData name="Anne Bernard" userId="d1e3ee39-3c51-488e-a63c-29151c29f2fa" providerId="ADAL" clId="{E8A10F2E-79AB-814C-BCE0-5259D1CD1822}" dt="2025-05-21T05:22:47.641" v="14" actId="1076"/>
          <pc:sldLayoutMkLst>
            <pc:docMk/>
            <pc:sldMasterMk cId="3339019236" sldId="2147483668"/>
            <pc:sldLayoutMk cId="3719825595" sldId="2147483708"/>
          </pc:sldLayoutMkLst>
        </pc:sldLayoutChg>
      </pc:sldMasterChg>
    </pc:docChg>
  </pc:docChgLst>
  <pc:docChgLst>
    <pc:chgData name="Aria Liu" userId="S::uqyliu75@uq.edu.au::705b27c0-3fbb-416f-b575-fb97b5f2bc80" providerId="AD" clId="Web-{880E75B2-3F28-F9D1-98D3-3BCE0F0BA310}"/>
    <pc:docChg chg="addSld modSld modSection">
      <pc:chgData name="Aria Liu" userId="S::uqyliu75@uq.edu.au::705b27c0-3fbb-416f-b575-fb97b5f2bc80" providerId="AD" clId="Web-{880E75B2-3F28-F9D1-98D3-3BCE0F0BA310}" dt="2025-08-07T23:14:31.505" v="1"/>
      <pc:docMkLst>
        <pc:docMk/>
      </pc:docMkLst>
      <pc:sldChg chg="addSp modSp mod modClrScheme chgLayout">
        <pc:chgData name="Aria Liu" userId="S::uqyliu75@uq.edu.au::705b27c0-3fbb-416f-b575-fb97b5f2bc80" providerId="AD" clId="Web-{880E75B2-3F28-F9D1-98D3-3BCE0F0BA310}" dt="2025-08-07T23:14:18.692" v="0"/>
        <pc:sldMkLst>
          <pc:docMk/>
          <pc:sldMk cId="3670593135" sldId="632"/>
        </pc:sldMkLst>
        <pc:spChg chg="add mod ord">
          <ac:chgData name="Aria Liu" userId="S::uqyliu75@uq.edu.au::705b27c0-3fbb-416f-b575-fb97b5f2bc80" providerId="AD" clId="Web-{880E75B2-3F28-F9D1-98D3-3BCE0F0BA310}" dt="2025-08-07T23:14:18.692" v="0"/>
          <ac:spMkLst>
            <pc:docMk/>
            <pc:sldMk cId="3670593135" sldId="632"/>
            <ac:spMk id="2" creationId="{C95DFFE3-C157-75B0-F44F-569546202CC7}"/>
          </ac:spMkLst>
        </pc:spChg>
        <pc:spChg chg="add mod ord">
          <ac:chgData name="Aria Liu" userId="S::uqyliu75@uq.edu.au::705b27c0-3fbb-416f-b575-fb97b5f2bc80" providerId="AD" clId="Web-{880E75B2-3F28-F9D1-98D3-3BCE0F0BA310}" dt="2025-08-07T23:14:18.692" v="0"/>
          <ac:spMkLst>
            <pc:docMk/>
            <pc:sldMk cId="3670593135" sldId="632"/>
            <ac:spMk id="3" creationId="{ABB1B6BC-2D89-187D-5522-E1C1B0D4D484}"/>
          </ac:spMkLst>
        </pc:spChg>
      </pc:sldChg>
      <pc:sldChg chg="new">
        <pc:chgData name="Aria Liu" userId="S::uqyliu75@uq.edu.au::705b27c0-3fbb-416f-b575-fb97b5f2bc80" providerId="AD" clId="Web-{880E75B2-3F28-F9D1-98D3-3BCE0F0BA310}" dt="2025-08-07T23:14:31.505" v="1"/>
        <pc:sldMkLst>
          <pc:docMk/>
          <pc:sldMk cId="974344997" sldId="790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AE590-F545-AF45-BFB7-687C85665210}" type="datetime1">
              <a:rPr lang="en-AU" smtClean="0"/>
              <a:t>7/08/2025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107E3-1712-F746-894B-328F90A4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542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10B74-8A0A-5441-A9C1-F57197D91F24}" type="datetime1">
              <a:rPr lang="en-AU" smtClean="0"/>
              <a:t>7/08/2025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E92B0-AEA9-AD45-A5AA-4331CDDC6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909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4299D2-DE60-4B62-A10B-375899206764}"/>
              </a:ext>
            </a:extLst>
          </p:cNvPr>
          <p:cNvSpPr/>
          <p:nvPr userDrawn="1"/>
        </p:nvSpPr>
        <p:spPr bwMode="inv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463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695326" y="1143405"/>
            <a:ext cx="10738247" cy="1296144"/>
          </a:xfrm>
        </p:spPr>
        <p:txBody>
          <a:bodyPr anchor="b">
            <a:noAutofit/>
          </a:bodyPr>
          <a:lstStyle>
            <a:lvl1pPr>
              <a:lnSpc>
                <a:spcPts val="4095"/>
              </a:lnSpc>
              <a:defRPr sz="3413">
                <a:solidFill>
                  <a:schemeClr val="bg1"/>
                </a:solidFill>
              </a:defRPr>
            </a:lvl1pPr>
          </a:lstStyle>
          <a:p>
            <a:r>
              <a:rPr lang="en-US"/>
              <a:t>[Title]</a:t>
            </a:r>
            <a:endParaRPr lang="en-AU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695298" y="2553956"/>
            <a:ext cx="10747200" cy="2675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633"/>
              </a:lnSpc>
              <a:buNone/>
              <a:defRPr sz="2194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8" name="Right Triangle 3">
            <a:extLst>
              <a:ext uri="{FF2B5EF4-FFF2-40B4-BE49-F238E27FC236}">
                <a16:creationId xmlns:a16="http://schemas.microsoft.com/office/drawing/2014/main" id="{E49831C3-1265-4B26-84DA-16A7EC28AF57}"/>
              </a:ext>
            </a:extLst>
          </p:cNvPr>
          <p:cNvSpPr/>
          <p:nvPr userDrawn="1"/>
        </p:nvSpPr>
        <p:spPr bwMode="white">
          <a:xfrm>
            <a:off x="1" y="4076700"/>
            <a:ext cx="2555874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63"/>
          </a:p>
        </p:txBody>
      </p:sp>
      <p:sp>
        <p:nvSpPr>
          <p:cNvPr id="8" name="Graphic 1">
            <a:extLst>
              <a:ext uri="{FF2B5EF4-FFF2-40B4-BE49-F238E27FC236}">
                <a16:creationId xmlns:a16="http://schemas.microsoft.com/office/drawing/2014/main" id="{570549AC-72A0-49C7-B98A-4959B5690850}"/>
              </a:ext>
            </a:extLst>
          </p:cNvPr>
          <p:cNvSpPr/>
          <p:nvPr userDrawn="1"/>
        </p:nvSpPr>
        <p:spPr bwMode="white">
          <a:xfrm>
            <a:off x="9912423" y="5571761"/>
            <a:ext cx="2279577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 sz="1463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DF6610-A984-4E2A-B1B8-C6D0294849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326" y="207631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6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95588" y="1827061"/>
            <a:ext cx="11168511" cy="499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95288" lvl="0" indent="-412739" algn="l" rtl="0">
              <a:spcBef>
                <a:spcPts val="542"/>
              </a:spcBef>
              <a:spcAft>
                <a:spcPts val="0"/>
              </a:spcAft>
              <a:buClr>
                <a:srgbClr val="404040"/>
              </a:buClr>
              <a:buSzPts val="2400"/>
              <a:buChar char="•"/>
              <a:defRPr sz="2200">
                <a:solidFill>
                  <a:srgbClr val="404040"/>
                </a:solidFill>
              </a:defRPr>
            </a:lvl1pPr>
            <a:lvl2pPr marL="990576" lvl="1" indent="-392103" algn="l" rtl="0">
              <a:spcBef>
                <a:spcPts val="433"/>
              </a:spcBef>
              <a:spcAft>
                <a:spcPts val="0"/>
              </a:spcAft>
              <a:buClr>
                <a:srgbClr val="404040"/>
              </a:buClr>
              <a:buSzPts val="2100"/>
              <a:buChar char="–"/>
              <a:defRPr>
                <a:solidFill>
                  <a:srgbClr val="404040"/>
                </a:solidFill>
              </a:defRPr>
            </a:lvl2pPr>
            <a:lvl3pPr marL="1485863" lvl="2" indent="-371466" algn="l" rtl="0">
              <a:spcBef>
                <a:spcPts val="433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>
                <a:solidFill>
                  <a:srgbClr val="404040"/>
                </a:solidFill>
              </a:defRPr>
            </a:lvl3pPr>
            <a:lvl4pPr marL="1981150" lvl="3" indent="-350829" algn="l" rtl="0">
              <a:spcBef>
                <a:spcPts val="325"/>
              </a:spcBef>
              <a:spcAft>
                <a:spcPts val="0"/>
              </a:spcAft>
              <a:buClr>
                <a:srgbClr val="404040"/>
              </a:buClr>
              <a:buSzPts val="1500"/>
              <a:buChar char="–"/>
              <a:defRPr>
                <a:solidFill>
                  <a:srgbClr val="404040"/>
                </a:solidFill>
              </a:defRPr>
            </a:lvl4pPr>
            <a:lvl5pPr marL="2476438" lvl="4" indent="-350829" algn="l" rtl="0">
              <a:spcBef>
                <a:spcPts val="325"/>
              </a:spcBef>
              <a:spcAft>
                <a:spcPts val="0"/>
              </a:spcAft>
              <a:buClr>
                <a:srgbClr val="404040"/>
              </a:buClr>
              <a:buSzPts val="1500"/>
              <a:buChar char="»"/>
              <a:defRPr>
                <a:solidFill>
                  <a:srgbClr val="404040"/>
                </a:solidFill>
              </a:defRPr>
            </a:lvl5pPr>
            <a:lvl6pPr marL="2971726" lvl="5" indent="-34395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467013" lvl="6" indent="-34395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962301" lvl="7" indent="-34395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457589" lvl="8" indent="-34395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8C8175-D2EE-1FE6-CB7D-2E1DB67FF4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6" y="152896"/>
            <a:ext cx="1210684" cy="324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399FB13-F000-C5CE-2E9A-1F72CF51B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06898"/>
            <a:ext cx="10768681" cy="630001"/>
          </a:xfrm>
        </p:spPr>
        <p:txBody>
          <a:bodyPr anchor="b">
            <a:noAutofit/>
          </a:bodyPr>
          <a:lstStyle>
            <a:lvl1pPr>
              <a:lnSpc>
                <a:spcPts val="4095"/>
              </a:lnSpc>
              <a:defRPr sz="341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0B0AC9-9574-593B-A8E2-B963E3716F74}"/>
              </a:ext>
            </a:extLst>
          </p:cNvPr>
          <p:cNvSpPr/>
          <p:nvPr userDrawn="1"/>
        </p:nvSpPr>
        <p:spPr bwMode="invGray">
          <a:xfrm>
            <a:off x="0" y="-104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463"/>
          </a:p>
        </p:txBody>
      </p:sp>
    </p:spTree>
    <p:extLst>
      <p:ext uri="{BB962C8B-B14F-4D97-AF65-F5344CB8AC3E}">
        <p14:creationId xmlns:p14="http://schemas.microsoft.com/office/powerpoint/2010/main" val="10053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17D56-A9AA-9042-AF6C-A4334336D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61425" y="6473212"/>
            <a:ext cx="2743200" cy="359689"/>
          </a:xfrm>
          <a:prstGeom prst="rect">
            <a:avLst/>
          </a:prstGeom>
        </p:spPr>
        <p:txBody>
          <a:bodyPr/>
          <a:lstStyle/>
          <a:p>
            <a:fld id="{F4F47004-F034-4D52-B4AA-B63AE9816387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E936D0-9163-4A19-F91C-86FFA7A04FFC}"/>
              </a:ext>
            </a:extLst>
          </p:cNvPr>
          <p:cNvSpPr/>
          <p:nvPr userDrawn="1"/>
        </p:nvSpPr>
        <p:spPr bwMode="invGray">
          <a:xfrm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463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A7357-6148-8B23-49DF-9B1ADB2C7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6" y="152896"/>
            <a:ext cx="1210684" cy="324000"/>
          </a:xfrm>
          <a:prstGeom prst="rect">
            <a:avLst/>
          </a:prstGeom>
        </p:spPr>
      </p:pic>
      <p:sp>
        <p:nvSpPr>
          <p:cNvPr id="7" name="Google Shape;17;p3">
            <a:extLst>
              <a:ext uri="{FF2B5EF4-FFF2-40B4-BE49-F238E27FC236}">
                <a16:creationId xmlns:a16="http://schemas.microsoft.com/office/drawing/2014/main" id="{6F0513A2-FDDF-C551-453E-D2C3BEF32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588" y="1827061"/>
            <a:ext cx="11168511" cy="499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95288" lvl="0" indent="-412739" algn="l" rtl="0">
              <a:spcBef>
                <a:spcPts val="542"/>
              </a:spcBef>
              <a:spcAft>
                <a:spcPts val="0"/>
              </a:spcAft>
              <a:buClr>
                <a:srgbClr val="404040"/>
              </a:buClr>
              <a:buSzPts val="2400"/>
              <a:buChar char="•"/>
              <a:defRPr sz="2200">
                <a:solidFill>
                  <a:srgbClr val="404040"/>
                </a:solidFill>
              </a:defRPr>
            </a:lvl1pPr>
            <a:lvl2pPr marL="990576" lvl="1" indent="-392103" algn="l" rtl="0">
              <a:spcBef>
                <a:spcPts val="433"/>
              </a:spcBef>
              <a:spcAft>
                <a:spcPts val="0"/>
              </a:spcAft>
              <a:buClr>
                <a:srgbClr val="404040"/>
              </a:buClr>
              <a:buSzPts val="2100"/>
              <a:buChar char="–"/>
              <a:defRPr>
                <a:solidFill>
                  <a:srgbClr val="404040"/>
                </a:solidFill>
              </a:defRPr>
            </a:lvl2pPr>
            <a:lvl3pPr marL="1485863" lvl="2" indent="-371466" algn="l" rtl="0">
              <a:spcBef>
                <a:spcPts val="433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>
                <a:solidFill>
                  <a:srgbClr val="404040"/>
                </a:solidFill>
              </a:defRPr>
            </a:lvl3pPr>
            <a:lvl4pPr marL="1981150" lvl="3" indent="-350829" algn="l" rtl="0">
              <a:spcBef>
                <a:spcPts val="325"/>
              </a:spcBef>
              <a:spcAft>
                <a:spcPts val="0"/>
              </a:spcAft>
              <a:buClr>
                <a:srgbClr val="404040"/>
              </a:buClr>
              <a:buSzPts val="1500"/>
              <a:buChar char="–"/>
              <a:defRPr>
                <a:solidFill>
                  <a:srgbClr val="404040"/>
                </a:solidFill>
              </a:defRPr>
            </a:lvl4pPr>
            <a:lvl5pPr marL="2476438" lvl="4" indent="-350829" algn="l" rtl="0">
              <a:spcBef>
                <a:spcPts val="325"/>
              </a:spcBef>
              <a:spcAft>
                <a:spcPts val="0"/>
              </a:spcAft>
              <a:buClr>
                <a:srgbClr val="404040"/>
              </a:buClr>
              <a:buSzPts val="1500"/>
              <a:buChar char="»"/>
              <a:defRPr>
                <a:solidFill>
                  <a:srgbClr val="404040"/>
                </a:solidFill>
              </a:defRPr>
            </a:lvl5pPr>
            <a:lvl6pPr marL="2971726" lvl="5" indent="-34395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467013" lvl="6" indent="-34395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962301" lvl="7" indent="-34395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457589" lvl="8" indent="-343950" algn="l" rtl="0"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659607-C020-1380-BA40-F18B3D70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06898"/>
            <a:ext cx="10768681" cy="630001"/>
          </a:xfrm>
        </p:spPr>
        <p:txBody>
          <a:bodyPr anchor="b">
            <a:noAutofit/>
          </a:bodyPr>
          <a:lstStyle>
            <a:lvl1pPr>
              <a:lnSpc>
                <a:spcPts val="4095"/>
              </a:lnSpc>
              <a:defRPr sz="341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82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4DB10F3-61E9-4E77-9DC7-82D405E3EBBB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10801350" cy="4608512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Bef>
                <a:spcPts val="1200"/>
              </a:spcBef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099731-84D7-49CC-91E0-CE4B073467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59BA0F0A-82FA-4477-B553-959A8EFB7E8F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695325" y="151136"/>
            <a:ext cx="3384549" cy="241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8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[Entity Name]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15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[Title]</a:t>
            </a: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9" y="6519173"/>
            <a:ext cx="288032" cy="2402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5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8D2AE-3583-4708-BD46-43C743300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7" y="1700214"/>
            <a:ext cx="10801349" cy="46085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B83A3-A276-43C3-9F27-2B380C414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5325" y="151134"/>
            <a:ext cx="3360110" cy="288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80000"/>
              </a:lnSpc>
              <a:defRPr sz="813">
                <a:solidFill>
                  <a:schemeClr val="bg1"/>
                </a:solidFill>
              </a:defRPr>
            </a:lvl1pPr>
          </a:lstStyle>
          <a:p>
            <a:r>
              <a:rPr lang="en-US"/>
              <a:t>[Entity Name]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01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706" r:id="rId2"/>
    <p:sldLayoutId id="2147483708" r:id="rId3"/>
    <p:sldLayoutId id="214748370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ctr" defTabSz="742950" rtl="0" eaLnBrk="1" latinLnBrk="0" hangingPunct="1">
        <a:lnSpc>
          <a:spcPct val="90000"/>
        </a:lnSpc>
        <a:spcBef>
          <a:spcPct val="0"/>
        </a:spcBef>
        <a:buNone/>
        <a:defRPr sz="2763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742950" rtl="0" eaLnBrk="1" latinLnBrk="0" hangingPunct="1">
        <a:lnSpc>
          <a:spcPct val="110000"/>
        </a:lnSpc>
        <a:spcBef>
          <a:spcPts val="244"/>
        </a:spcBef>
        <a:spcAft>
          <a:spcPts val="244"/>
        </a:spcAft>
        <a:buClr>
          <a:schemeClr val="tx1"/>
        </a:buClr>
        <a:buFont typeface="Arial" panose="020B0604020202020204" pitchFamily="34" charset="0"/>
        <a:buNone/>
        <a:defRPr lang="en-US" sz="1463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46250" indent="-145753" algn="l" defTabSz="742950" rtl="0" eaLnBrk="1" latinLnBrk="0" hangingPunct="1">
        <a:lnSpc>
          <a:spcPct val="110000"/>
        </a:lnSpc>
        <a:spcBef>
          <a:spcPts val="244"/>
        </a:spcBef>
        <a:spcAft>
          <a:spcPts val="244"/>
        </a:spcAft>
        <a:buClr>
          <a:schemeClr val="tx1"/>
        </a:buClr>
        <a:buFont typeface="Arial" panose="020B0604020202020204" pitchFamily="34" charset="0"/>
        <a:buChar char="•"/>
        <a:defRPr lang="en-US" sz="1463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292500" indent="-145753" algn="l" defTabSz="742950" rtl="0" eaLnBrk="1" latinLnBrk="0" hangingPunct="1">
        <a:lnSpc>
          <a:spcPct val="110000"/>
        </a:lnSpc>
        <a:spcBef>
          <a:spcPts val="163"/>
        </a:spcBef>
        <a:spcAft>
          <a:spcPts val="163"/>
        </a:spcAft>
        <a:buClr>
          <a:schemeClr val="accent1"/>
        </a:buClr>
        <a:buFont typeface="Arial" panose="020B0604020202020204" pitchFamily="34" charset="0"/>
        <a:buChar char="­"/>
        <a:defRPr lang="en-US" sz="1463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38750" indent="-145753" algn="l" defTabSz="742950" rtl="0" eaLnBrk="1" latinLnBrk="0" hangingPunct="1">
        <a:lnSpc>
          <a:spcPct val="110000"/>
        </a:lnSpc>
        <a:spcBef>
          <a:spcPts val="81"/>
        </a:spcBef>
        <a:spcAft>
          <a:spcPts val="81"/>
        </a:spcAft>
        <a:buFont typeface="Wingdings" panose="05000000000000000000" pitchFamily="2" charset="2"/>
        <a:buChar char=""/>
        <a:defRPr lang="en-US" sz="1463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742950" rtl="0" eaLnBrk="1" latinLnBrk="0" hangingPunct="1">
        <a:lnSpc>
          <a:spcPct val="100000"/>
        </a:lnSpc>
        <a:spcBef>
          <a:spcPts val="975"/>
        </a:spcBef>
        <a:spcAft>
          <a:spcPts val="488"/>
        </a:spcAft>
        <a:buFont typeface="Arial" panose="020B0604020202020204" pitchFamily="34" charset="0"/>
        <a:buNone/>
        <a:defRPr lang="en-US" sz="1950" kern="1200" baseline="0" dirty="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742950" rtl="0" eaLnBrk="1" latinLnBrk="0" hangingPunct="1">
        <a:spcBef>
          <a:spcPts val="488"/>
        </a:spcBef>
        <a:spcAft>
          <a:spcPts val="244"/>
        </a:spcAft>
        <a:buFont typeface="Arial" pitchFamily="34" charset="0"/>
        <a:buNone/>
        <a:defRPr lang="en-AU" sz="1625" b="1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817" userDrawn="1">
          <p15:clr>
            <a:srgbClr val="F26B43"/>
          </p15:clr>
        </p15:guide>
        <p15:guide id="3" pos="663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663" userDrawn="1">
          <p15:clr>
            <a:srgbClr val="F26B43"/>
          </p15:clr>
        </p15:guide>
        <p15:guide id="9" pos="6000" userDrawn="1">
          <p15:clr>
            <a:srgbClr val="F26B43"/>
          </p15:clr>
        </p15:guide>
        <p15:guide id="10" pos="5633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10970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4199" userDrawn="1">
          <p15:clr>
            <a:srgbClr val="F26B43"/>
          </p15:clr>
        </p15:guide>
        <p15:guide id="16" pos="3893" userDrawn="1">
          <p15:clr>
            <a:srgbClr val="F26B43"/>
          </p15:clr>
        </p15:guide>
        <p15:guide id="17" pos="7740" userDrawn="1">
          <p15:clr>
            <a:srgbClr val="F26B43"/>
          </p15:clr>
        </p15:guide>
        <p15:guide id="18" pos="7435" userDrawn="1">
          <p15:clr>
            <a:srgbClr val="F26B43"/>
          </p15:clr>
        </p15:guide>
        <p15:guide id="19" orient="horz" pos="10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support.dscrp@uq.edu.au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datasciencecrp@uq.edu.au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554365-670A-CF7C-522D-1BB132C6EE2C}"/>
              </a:ext>
            </a:extLst>
          </p:cNvPr>
          <p:cNvSpPr/>
          <p:nvPr/>
        </p:nvSpPr>
        <p:spPr bwMode="invGray">
          <a:xfrm>
            <a:off x="-2443" y="567559"/>
            <a:ext cx="12197875" cy="6479953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  <a:p>
            <a:pPr marL="0" indent="0" algn="ctr">
              <a:buNone/>
            </a:pPr>
            <a:r>
              <a:rPr lang="en-US" sz="1600">
                <a:solidFill>
                  <a:schemeClr val="tx1"/>
                </a:solidFill>
                <a:highlight>
                  <a:srgbClr val="FFFF00"/>
                </a:highlight>
                <a:latin typeface="Oblik Light"/>
                <a:cs typeface="Oblik Light"/>
              </a:rPr>
              <a:t>Name of presenter</a:t>
            </a:r>
          </a:p>
          <a:p>
            <a:pPr marL="0" indent="0" algn="ctr">
              <a:buNone/>
            </a:pPr>
            <a:r>
              <a:rPr lang="en-US" sz="1600">
                <a:solidFill>
                  <a:schemeClr val="bg1"/>
                </a:solidFill>
                <a:latin typeface="Oblik Light"/>
                <a:cs typeface="Oblik Light"/>
              </a:rPr>
              <a:t>UQ Data Science CRP</a:t>
            </a:r>
          </a:p>
          <a:p>
            <a:pPr marL="0" indent="0" algn="ctr">
              <a:buNone/>
            </a:pPr>
            <a:r>
              <a:rPr lang="en-AU" sz="1600">
                <a:solidFill>
                  <a:schemeClr val="bg1"/>
                </a:solidFill>
                <a:latin typeface="Oblik Light"/>
                <a:cs typeface="Oblik Light"/>
              </a:rPr>
              <a:t>(</a:t>
            </a:r>
            <a:r>
              <a:rPr lang="en-AU" sz="1600">
                <a:solidFill>
                  <a:schemeClr val="bg1"/>
                </a:solidFill>
                <a:latin typeface="Oblik Light"/>
                <a:cs typeface="Oblik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support.dscrp@uq.edu.au</a:t>
            </a:r>
            <a:r>
              <a:rPr lang="en-AU" sz="1600">
                <a:solidFill>
                  <a:schemeClr val="bg1"/>
                </a:solidFill>
                <a:latin typeface="Oblik Light"/>
                <a:cs typeface="Oblik Light"/>
              </a:rPr>
              <a:t>) </a:t>
            </a:r>
            <a:endParaRPr lang="en-US" sz="1600">
              <a:solidFill>
                <a:schemeClr val="bg1"/>
              </a:solidFill>
              <a:latin typeface="Oblik Light"/>
              <a:cs typeface="Oblik Ligh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2392BF-52D4-6161-BF22-6A7143413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707952" y="2057805"/>
            <a:ext cx="8724826" cy="1296144"/>
          </a:xfrm>
        </p:spPr>
        <p:txBody>
          <a:bodyPr anchor="b">
            <a:noAutofit/>
          </a:bodyPr>
          <a:lstStyle>
            <a:lvl1pPr>
              <a:lnSpc>
                <a:spcPts val="4095"/>
              </a:lnSpc>
              <a:defRPr sz="3413">
                <a:solidFill>
                  <a:schemeClr val="bg1"/>
                </a:solidFill>
              </a:defRPr>
            </a:lvl1pPr>
          </a:lstStyle>
          <a:p>
            <a:r>
              <a:rPr lang="en-US" sz="5400">
                <a:solidFill>
                  <a:schemeClr val="tx1"/>
                </a:solidFill>
                <a:highlight>
                  <a:srgbClr val="FFFF00"/>
                </a:highlight>
              </a:rPr>
              <a:t>Name of workshop</a:t>
            </a:r>
            <a:endParaRPr lang="en-AU" sz="540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7" name="Right Triangle 3">
            <a:extLst>
              <a:ext uri="{FF2B5EF4-FFF2-40B4-BE49-F238E27FC236}">
                <a16:creationId xmlns:a16="http://schemas.microsoft.com/office/drawing/2014/main" id="{474ADE5E-17CF-5921-BF13-6EF5B253A7EA}"/>
              </a:ext>
            </a:extLst>
          </p:cNvPr>
          <p:cNvSpPr/>
          <p:nvPr/>
        </p:nvSpPr>
        <p:spPr bwMode="white">
          <a:xfrm>
            <a:off x="0" y="4285393"/>
            <a:ext cx="2076648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63"/>
          </a:p>
        </p:txBody>
      </p:sp>
      <p:sp>
        <p:nvSpPr>
          <p:cNvPr id="18" name="Graphic 1">
            <a:extLst>
              <a:ext uri="{FF2B5EF4-FFF2-40B4-BE49-F238E27FC236}">
                <a16:creationId xmlns:a16="http://schemas.microsoft.com/office/drawing/2014/main" id="{80FA2244-636D-D7F3-F024-245886776AD0}"/>
              </a:ext>
            </a:extLst>
          </p:cNvPr>
          <p:cNvSpPr/>
          <p:nvPr/>
        </p:nvSpPr>
        <p:spPr bwMode="white">
          <a:xfrm>
            <a:off x="9841505" y="5753415"/>
            <a:ext cx="2347063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 sz="1463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BA8755-59F3-702D-B5A5-3A2CD5718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37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8-05-30 at 12.58.2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21" y="5727987"/>
            <a:ext cx="1279525" cy="4953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4421" y="6315865"/>
            <a:ext cx="86589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/>
              <a:t>This presentation in its entirety is under the CC BY-NC-ND 3.0 AU </a:t>
            </a:r>
            <a:r>
              <a:rPr lang="en-US" sz="1400" err="1"/>
              <a:t>licence</a:t>
            </a:r>
            <a:r>
              <a:rPr lang="en-US" sz="140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1B6BC-2D89-187D-5522-E1C1B0D4D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DFFE3-C157-75B0-F44F-56954620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593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33D3E7-AF63-91DE-D294-2970C9472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F47004-F034-4D52-B4AA-B63AE9816387}" type="slidenum">
              <a:rPr lang="en-AU" smtClean="0"/>
              <a:pPr/>
              <a:t>3</a:t>
            </a:fld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DDB15-2F0F-7343-DF97-139AE9816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460A5F-755A-88FD-A647-05C8E286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34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89C9AE-AD06-FAD1-63A1-F13D717FA0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0855" y="1966050"/>
            <a:ext cx="5011411" cy="2145483"/>
          </a:xfrm>
        </p:spPr>
        <p:txBody>
          <a:bodyPr vert="horz" lIns="0" tIns="0" rIns="0" bIns="0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hlinkClick r:id="rId2"/>
              </a:rPr>
              <a:t>datasciencecrp@uq.edu.au</a:t>
            </a:r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/>
          </a:p>
          <a:p>
            <a:endParaRPr lang="en-US" sz="2800">
              <a:cs typeface="Arial"/>
            </a:endParaRPr>
          </a:p>
          <a:p>
            <a:endParaRPr lang="en-US" sz="3200"/>
          </a:p>
          <a:p>
            <a:endParaRPr lang="en-US" sz="32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90F73-E6F5-91B6-A629-E1BC76E3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7C8E6-07B9-B6B8-FF1C-CBD707DE8F8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Data Science CRP</a:t>
            </a:r>
            <a:endParaRPr lang="en-AU"/>
          </a:p>
        </p:txBody>
      </p:sp>
      <p:pic>
        <p:nvPicPr>
          <p:cNvPr id="6" name="Picture 5" descr="A qr code on a blue background&#10;&#10;AI-generated content may be incorrect.">
            <a:extLst>
              <a:ext uri="{FF2B5EF4-FFF2-40B4-BE49-F238E27FC236}">
                <a16:creationId xmlns:a16="http://schemas.microsoft.com/office/drawing/2014/main" id="{61043167-DFF2-75AB-D967-1F053107D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169" y="1745296"/>
            <a:ext cx="4620976" cy="466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2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1247A"/>
      </a:accent1>
      <a:accent2>
        <a:srgbClr val="E62645"/>
      </a:accent2>
      <a:accent3>
        <a:srgbClr val="00A2C7"/>
      </a:accent3>
      <a:accent4>
        <a:srgbClr val="EB602B"/>
      </a:accent4>
      <a:accent5>
        <a:srgbClr val="4085C6"/>
      </a:accent5>
      <a:accent6>
        <a:srgbClr val="2EA836"/>
      </a:accent6>
      <a:hlink>
        <a:srgbClr val="51247A"/>
      </a:hlink>
      <a:folHlink>
        <a:srgbClr val="51247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Q PowerPoint Template v4.potx" id="{EB40B91F-2F7C-4628-893D-3539496D6C6A}" vid="{691CE4A2-4C6F-4895-A94C-37E246F52C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BDDDFBB59C9B42A32592F53678F0AC" ma:contentTypeVersion="11" ma:contentTypeDescription="Create a new document." ma:contentTypeScope="" ma:versionID="7bcdefea0974617e22be266b1e3e4040">
  <xsd:schema xmlns:xsd="http://www.w3.org/2001/XMLSchema" xmlns:xs="http://www.w3.org/2001/XMLSchema" xmlns:p="http://schemas.microsoft.com/office/2006/metadata/properties" xmlns:ns2="cf21833d-328b-4e29-aabc-3d9f29d7c120" xmlns:ns3="54ffd6df-d46e-4750-a45f-bee5fd42e693" targetNamespace="http://schemas.microsoft.com/office/2006/metadata/properties" ma:root="true" ma:fieldsID="23e75ff081d2deac15c18b297da5b1fe" ns2:_="" ns3:_="">
    <xsd:import namespace="cf21833d-328b-4e29-aabc-3d9f29d7c120"/>
    <xsd:import namespace="54ffd6df-d46e-4750-a45f-bee5fd42e6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21833d-328b-4e29-aabc-3d9f29d7c1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8babe79-dfb6-408c-aa7a-07abcf6a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ffd6df-d46e-4750-a45f-bee5fd42e69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2b3eaa2-2330-4d56-a261-c40db5832d0a}" ma:internalName="TaxCatchAll" ma:showField="CatchAllData" ma:web="54ffd6df-d46e-4750-a45f-bee5fd42e6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4ffd6df-d46e-4750-a45f-bee5fd42e693" xsi:nil="true"/>
    <lcf76f155ced4ddcb4097134ff3c332f xmlns="cf21833d-328b-4e29-aabc-3d9f29d7c1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7C9D749-881A-48BE-9B72-BDA50ADED5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71F46E-6CBB-479F-910D-BFE45CBE7D47}"/>
</file>

<file path=customXml/itemProps3.xml><?xml version="1.0" encoding="utf-8"?>
<ds:datastoreItem xmlns:ds="http://schemas.openxmlformats.org/officeDocument/2006/customXml" ds:itemID="{F96324FE-A0B3-4F0B-8876-B69C2BBAE448}">
  <ds:schemaRefs>
    <ds:schemaRef ds:uri="2722fb02-2cb5-4141-a992-b5f5d988ee88"/>
    <ds:schemaRef ds:uri="af827d0c-4bbb-44d8-b8f6-7ed33ae17e3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University of Queensland</vt:lpstr>
      <vt:lpstr>Name of workshop</vt:lpstr>
      <vt:lpstr>PowerPoint Presentation</vt:lpstr>
      <vt:lpstr>PowerPoint Presentation</vt:lpstr>
      <vt:lpstr>Contact</vt:lpstr>
    </vt:vector>
  </TitlesOfParts>
  <Company>Uni of Qld - IMB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Crowe</dc:creator>
  <cp:revision>3</cp:revision>
  <cp:lastPrinted>2014-09-11T04:03:04Z</cp:lastPrinted>
  <dcterms:created xsi:type="dcterms:W3CDTF">2013-08-20T03:14:37Z</dcterms:created>
  <dcterms:modified xsi:type="dcterms:W3CDTF">2025-08-07T23:14:31Z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2021-12-08T05:13:28Z</vt:lpwstr>
  </property>
  <property fmtid="{D5CDD505-2E9C-101B-9397-08002B2CF9AE}" pid="4" name="MSIP_Label_0f488380-630a-4f55-a077-a19445e3f360_Method">
    <vt:lpwstr>Privileged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75215909-d6c7-4bfb-9de1-a7e52f989973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0x010100A2BDDDFBB59C9B42A32592F53678F0AC</vt:lpwstr>
  </property>
  <property fmtid="{D5CDD505-2E9C-101B-9397-08002B2CF9AE}" pid="10" name="MediaServiceImageTags">
    <vt:lpwstr/>
  </property>
  <property fmtid="{D5CDD505-2E9C-101B-9397-08002B2CF9AE}" pid="11" name="Order">
    <vt:r8>225900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